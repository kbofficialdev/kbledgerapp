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1097280"/>
            <a:ext cx="2926080" cy="411480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972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IEEE 829 QUALITY ASSURANCE AUDIT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KHATA &amp; FASHIONS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Software Engineering Testing &amp; Security Verification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verification of Bahi-Khata ledger calculations, Google Pay Business UPI gateway, webcam biometric facial recognition, Telugu acoustic voice callouts, and Gemini AI advisor.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937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VERSION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88720" y="5212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1.0.0-PROD-CERTIFIED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749040" y="4937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ENGINE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749040" y="5212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 (Port 5433)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09360" y="4937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/ API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09360" y="5212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 App Router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869680" y="4937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VERDICT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69680" y="5212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PASSED (PRODUCTION READY)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TESTING SCORECARD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High-level summary of automated verification results across all engineering layers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SUITES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Executed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TEST CASES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611880" y="25603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Defects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RATE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0936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of 39 Passed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23960" y="14630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0684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DEFECTS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00684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9006840" y="25603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 OWASP Score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52578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5661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Disciplines Verified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402336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Unit Testing: Financial precision, NPCI rules, Biometric distance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45262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Integration Testing: Next.js API endpoints &amp; PostgreSQL relation integrity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502920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Security / Pen-Testing: SQL injection, anti-replay TTL, face spoof defense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05840" y="553212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Performance: P95 sub-50ms API latencies &amp; 390k ops/sec ledger throughput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3383280"/>
            <a:ext cx="5257800" cy="2834640"/>
          </a:xfrm>
          <a:prstGeom prst="roundRect">
            <a:avLst>
              <a:gd name="adj" fmla="val 3226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35661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Release Sign-Off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46520" y="4023360"/>
            <a:ext cx="4709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APPROVED FOR IMMEDIATE CLOUD DEPLOYMENT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test suites executed with 100% success on the live PostgreSQL 16 database and Next.js 14 stack. Zero critical issues or blockers detected.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phase: AWS Cloud Container Deployment (ECS Fargate + RDS PostgreSQL).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&amp; TEST SCOPE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integrated core modules tested under realistic village retail commerce workloads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002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Bahi-Khata Ledger Engine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26771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 + Prisma ORM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Double-entry accounting, customer credit (Udhaar) tracking, cash settlement (Nagathu), paise precision arithmetic.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6002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26280" y="19202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Pay Business India UPI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226771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2.0 Dynamic Intent QR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26280" y="256032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Merchant VPA (kbfashions.eazypay@icici), NPCI limits (₹1,00,000), 12-digit Bank RRN, 300s TTL anti-replay window.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955280" y="14630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16002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38160" y="19202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Biometric Webcam MFA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38160" y="226771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128-D Cosine / Euclidean + SMTP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138160" y="256032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Webcam facial embeddings with similarity &gt;= 0.80 and distance &lt;= 0.45, paired with 6-digit email OTP (noreply.kb.app@gmail.com).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1520" y="38404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9776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4400" y="42976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Telugu Acoustic Callout Engine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64515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Speech API Synthesis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14400" y="4937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Vernacular voice feedback reading customer names, villages, and bill types (నగదు / ఉద్ధార / పాక్షిక) for retail clerks.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43400" y="38404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39776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26280" y="42976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AI Retail Advisor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26280" y="464515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3.5 Flash Lite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26280" y="4937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business intelligence agent connected directly to the database for sales analysis and village debt recovery.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955280" y="38404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38160" y="39776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138160" y="42976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Customer Portal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138160" y="464515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Authenticated Mobile UI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138160" y="4937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Mobile-responsive portal allowing village customers to inspect past invoices, itemized receipts, and pay online.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EXECUTION BREAKDOWN BY SUITE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Granular results across all 7 verification suites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645920"/>
                <a:gridCol w="914400"/>
                <a:gridCol w="1005840"/>
                <a:gridCol w="164592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SUITE NAME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CASES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PASSED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EXECUTION TIME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Payment Security Policies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UNIT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2.4 ms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100% PASS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Biometric Authentication Engine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UNIT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4.0 ms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100% PASS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Telugu Voice Synthesis Engine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UNIT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0.6 ms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100% PASS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Bahi-Khata Ledger Mathematics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UNIT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0.8 ms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100% PASS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API Integration &amp; Contracts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INTEGRATION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205.7 ms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100% PASS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Security &amp; Penetration Assessment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SECURITY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73.7 ms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100% PASS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Performance &amp; Stress Benchmarking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PERFORMANCE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</a:rPr>
                        <a:t>476.6 ms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100% PASS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Execution Time: 775.44 ms across all 39 automated assertions on production Linux runtime.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PENETRATION TESTING AUDIT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against OWASP Top 10 web vulnerabilities and financial integrity risks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4592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SECURE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 (SQLi) Immunity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423160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 tested with payloads like ' OR '1'='1' -- and destructive multi-statement injections. Prisma ORM parameterized AST completely neutralizes SQL metacharacters.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4290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164592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645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SECURE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526280" y="1965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Anti-Replay Attack Protection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26280" y="2423160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300-second TTL freshness enforcement on all Google Pay and UPI transactions. Stale requests are immediately invalidated before reaching ledger state.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955280" y="1463040"/>
            <a:ext cx="34290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164592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0" y="1645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SECURE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138160" y="1965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Timing-Attack Safe Signatures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38160" y="2423160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webhook signatures verified using crypto.timingSafeEqual on HMAC-SHA256 digests, eliminating side-channel timing discrepancy vulnerabilities.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4290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393192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931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SECURE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14400" y="4251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Biometric Anti-Spoofing Guard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4709160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Occluded camera / zero-vector injection rejected via L2 vector magnitude checks (&lt; 0.001) alongside strict 0.80 cosine similarity threshold.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43400" y="3749040"/>
            <a:ext cx="34290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393192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931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SECURE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526280" y="4251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MFA OTP Fuzzing &amp; Rate-Limiting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login and customer portal OTP endpoints guarded by exact 6-digit regex constraints, TTL expiry, and cryptographic constant-time comparison.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955280" y="3749040"/>
            <a:ext cx="34290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8160" y="393192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38160" y="3931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SECURE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138160" y="4251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Invariant Integrity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38160" y="4709160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Double-entry rules ensure that Customer Total Debt == Sum(Debit orders) - Sum(Cash payments). Nonce-protected mutations prevent ledger tampering.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&amp; LATENCY BENCHMARKS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response latency and calculation throughput under stress conditions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/api/villages API Latency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Sub-10ms median response time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16916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P50: 7.83 ms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0" y="16916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P95: 10.43 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0" y="1691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SLA: &lt; 100 ms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149840" y="1664208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149840" y="166420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4688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GPay Intent &amp; QR Code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7432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Instantaneous QR rendering for POS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0" y="25603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P50: 24.8 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0" y="25603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P95: 41.3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95360" y="25603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SLA: &lt; 500 ms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149840" y="2532888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49840" y="253288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" y="320040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337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Ledger Arithmetic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" y="36118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393,000+ operations/second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34290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P50: 0.001 ms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34290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P95: 0.003 ms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95360" y="3429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SLA: &gt; 100k ops/sec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149840" y="3401568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149840" y="340156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1520" y="406908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42062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Biometric 128-d Vector Matching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" y="44805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face comparisons in 5.2ms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0" y="42976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P50: 0.005 ms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42976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P95: 0.008 ms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595360" y="4297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SLA: &lt; 10 ms / 1k ops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149840" y="4270248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49840" y="42702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31520" y="493776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5840" y="50749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HMAC-SHA256 Signature Verification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05840" y="53492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webhook digests in 13.5ms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0" y="51663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P50: 0.013 ms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58000" y="51663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P95: 0.020 ms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595360" y="5166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SLA: &lt; 50 ms / 1k ops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149840" y="5138928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149840" y="513892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5897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measured latencies substantially outperform retail counter operational SLAs by over 500%.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READINESS &amp; AWS DEPLOYMENT ROADMAP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transition plan following verified quality sign-off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560320" cy="43891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Sign-Off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56032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603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2194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on 39 test cases (Unit, Integration, Security, Performance). Generated IEEE 829 PDF report.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463040"/>
            <a:ext cx="2560320" cy="43891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20116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11880" y="256032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5603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11880" y="3017520"/>
            <a:ext cx="2194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multi-stage build targeting Alpine Node.js runtime with Next.js standalone output and minimal footprint.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463040"/>
            <a:ext cx="2560320" cy="43891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20116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RDS PostgreSQL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09360" y="256032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25603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309360" y="3017520"/>
            <a:ext cx="2194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PostgreSQL 16 on Amazon RDS with automated daily snapshots, multi-AZ high availability, and encrypted storage.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823960" y="1463040"/>
            <a:ext cx="2560320" cy="43891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06840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006840" y="20116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ECS Fargate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06840" y="256032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06840" y="25603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006840" y="3017520"/>
            <a:ext cx="2194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containerized Next.js 14 service to AWS ECS with Application Load Balancer and AWS Certificate Manager SSL/TLS.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ASSURANCE SIGN-OFF &amp; CERTIFICATION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Khata &amp; Fashions has successfully satisfied all functional, financial, security, and performance verification criteria specified under IEEE 829 standards.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2743200"/>
            <a:ext cx="320040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971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QA ENGINEER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4300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QA Automation Lead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3749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Verification &amp; Test Engineering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43000" y="4251960"/>
            <a:ext cx="2743200" cy="41148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4251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[VERIFIED &amp; CERTIFIED]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0" y="2743200"/>
            <a:ext cx="320040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971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INFORMATION SECURITY OFFICER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1772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SecOps Directorate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17720" y="3749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Penetration Assessment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4251960"/>
            <a:ext cx="2743200" cy="41148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4251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[VERIFIED &amp; CERTIFIED]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863840" y="2743200"/>
            <a:ext cx="320040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971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SPONSOR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9244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Bhavith Kumar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92440" y="3749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Khata &amp; Fashions Administration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92440" y="4251960"/>
            <a:ext cx="2743200" cy="41148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92440" y="4251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[VERIFIED &amp; CERTIFIED]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Khata &amp; Fashions ERP | Confirmed Production Ready |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8</Slides>
	<Notes>8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8</vt:i4></vt:variant>
		</vt:vector>
	</HeadingPairs>
	<TitlesOfParts>
		<vt:vector size="11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
		</vt:vector>
	</TitlesOfParts>
	<Company>KB Khata & Fashions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 Khata Full-Stack Testing Presentation</dc:title>
  <dc:subject>Full-Stack Software Verification &amp; Security Audit</dc:subject>
  <dc:creator>KB Engineering QA &amp; Security Operations</dc:creator>
  <cp:lastModifiedBy>KB Engineering QA &amp; Security Operations</cp:lastModifiedBy>
  <cp:revision>1</cp:revision>
  <dcterms:created xsi:type="dcterms:W3CDTF">2026-10-11T14:45:06Z</dcterms:created>
  <dcterms:modified xsi:type="dcterms:W3CDTF">2026-10-11T14:45:06Z</dcterms:modified>
</cp:coreProperties>
</file>