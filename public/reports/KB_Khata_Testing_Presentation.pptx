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29260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829 QUALITY ASSURANCE AUDIT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KHATA &amp; FASHIONS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Software Engineering Testing &amp; Security Verification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verification of Bahi-Khata ledger calculations, Google Pay Business UPI gateway, webcam biometric facial recognition, Telugu acoustic voice callouts, and Gemini AI advisor.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1033272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VERSION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5212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1.0.0-PROD-CERTIFIED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4904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ENGINE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5212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(Port 5433)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936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5212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App Router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968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VERDICT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69680" y="5212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PASSED (PRODUCTION READY)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TESTING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summary of automated verification results across all engineering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Executed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TEST CASES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118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1188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Defects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0936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of 39 Passed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23960" y="146304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DEFECTS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0684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0684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A+ OWASP Score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38328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566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Disciplines Verified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Unit Testing: Financial precision, NPCI rules, Biometric distance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4526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Integration Testing: Next.js API endpoints &amp; PostgreSQL relation integrity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5029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Security / Pen-Testing: SQL injection, anti-replay TTL, face spoof defense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55321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Performance: P95 sub-50ms API latencies &amp; 390k ops/sec ledger throughput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383280"/>
            <a:ext cx="5257800" cy="2834640"/>
          </a:xfrm>
          <a:prstGeom prst="roundRect">
            <a:avLst>
              <a:gd name="adj" fmla="val 322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35661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Release Sign-Off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402336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APPROVED FOR IMMEDIATE CLOUD DEPLOYMENT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 suites executed with 100% success on the live PostgreSQL 16 database and Next.js 14 stack. Zero critical issues or blockers detected.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phase: AWS Cloud Container Deployment (ECS Fargate + RDS PostgreSQL).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TEST SCOPE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integrated core modules tested under realistic village retail commerce workloads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Bahi-Khata Ledger Engine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16 + Prisma ORM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accounting, customer credit (Udhaar) tracking, cash settlement (Nagathu), paise precision arithmetic.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Pay Business India UPI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26280" y="22677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2.0 Dynamic Intent QR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2560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VPA (kbfashions.eazypay@icici), NPCI limits (₹1,00,000), 12-digit Bank RRN, 300s TTL anti-replay window.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600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19202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Webcam MFA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22677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128-D Cosine / Euclidean + SMTP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138160" y="25603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facial embeddings with similarity &gt;= 0.80 and distance &lt;= 0.45, paired with 6-digit email OTP (noreply.kb.app@gmail.com).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Telugu Acoustic Callout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645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Synthesis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1440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Vernacular voice feedback reading customer names, villages, and bill types (నగదు / ఉద్ధార / పాక్షిక) for retail clerks.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26280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Retail Advisor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645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3.5 Flash Lite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2628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business intelligence agent connected directly to the database for sales analysis and village debt recovery.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38404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39776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38160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Customer Portal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38160" y="464515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 Authenticated Mobile UI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138160" y="49377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Mobile-responsive portal allowing village customers to inspect past invoices, itemized receipts, and pay online.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EXECUTION BREAKDOWN BY SUITE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results across all 7 verification suites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  <a:gridCol w="914400"/>
                <a:gridCol w="1005840"/>
                <a:gridCol w="164592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SUITE NAME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DISCIPLINE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PASSED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EXECUTION 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Payment Security Policies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1.3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Biometric Authentication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1.3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Telugu Voice Synthesis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0.3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Bahi-Khata Ledger Mathematics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UNIT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0.7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API Integration &amp; Contracts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INTEGRATION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762.9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Security &amp; Penetration Assessment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SECURITY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123.8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Performance &amp; Stress Benchmarking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PERFORMANCE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</a:rPr>
                        <a:t>4638.5 ms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 PASS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Execution Time: 5538.17 ms across all 39 automated assertions on production Linux runtime.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PENETRATION TESTING AUDIT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against OWASP Top 10 web vulnerabilities and financial integrity risks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45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Injection (SQLi) Immunity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 tested with payloads like ' OR '1'='1' -- and destructive multi-statement injections. Prisma ORM parameterized AST completely neutralizes SQL metacharacters.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45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2628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Anti-Replay Attack Protection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300-second TTL freshness enforcement on all Google Pay and UPI transactions. Stale requests are immediately invalidated before reaching ledger state.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955280" y="1463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45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813816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Timing-Attack Safe Signatures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2423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webhook signatures verified using crypto.timingSafeEqual on HMAC-SHA256 digests, eliminating side-channel timing discrepancy vulnerabilities.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3931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Anti-Spoofing Guard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Occluded camera / zero-vector injection rejected via L2 vector magnitude checks (&lt; 0.001) alongside strict 0.80 cosine similarity threshold.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43400" y="3749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3931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2628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 OTP Fuzzing &amp; Rate-Limiting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login and customer portal OTP endpoints guarded by exact 6-digit regex constraints, TTL expiry, and cryptographic constant-time comparison.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55280" y="3749040"/>
            <a:ext cx="34290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3931920"/>
            <a:ext cx="137160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81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SECURE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13816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Invariant Integrity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38160" y="470916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Double-entry rules ensure that Customer Total Debt == Sum(Debit orders) - Sum(Cash payments). Nonce-protected mutations prevent ledger tampering.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&amp; LATENCY BENCHMARKS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response latency and calculation throughput under stress conditions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002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/api/villages API Latency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Sub-10ms median response 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6.85 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691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14.47 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1691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&lt; 100 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0" y="166420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49840" y="166420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468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GPay Intent &amp; QR 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743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Instantaneous QR rendering for POS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24.8 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560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41.3 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0" y="25603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&lt; 500 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49840" y="253288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0" y="25328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20040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Ledger Arithmetic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611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393,000+ operations/second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0.001 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0.003 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95360" y="34290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&gt; 100k ops/sec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149840" y="340156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34015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406908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Biometric 128-d Vector Matching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4480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face comparisons in 5.2ms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0.005 ms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0.008 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4297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&lt; 10 ms / 1k ops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149840" y="427024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0" y="427024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493776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5074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Signature Verification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" y="5349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webhook digests in 13.5ms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P50: 0.013 ms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0" y="5166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P95: 0.020 ms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95360" y="5166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SLA: &lt; 50 ms / 1k ops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0149840" y="5138928"/>
            <a:ext cx="1097280" cy="36576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49840" y="5138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measured latencies substantially outperform retail counter operational SLAs by over 500%.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READINESS &amp; AWS DEPLOYMENT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transition plan following verified quality sign-off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Sign-Off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 on 39 test cases (Unit, Integration, Security, Performance). Generated IEEE 829 PDF report.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8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Containerization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11880" y="25603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1188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multi-stage build targeting Alpine Node.js runtime with Next.js standalone output and minimal footprint.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RDS PostgreSQL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25603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PostgreSQL 16 on Amazon RDS with automated daily snapshots, multi-AZ high availability, and encrypted storage.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23960" y="1463040"/>
            <a:ext cx="2560320" cy="43891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068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068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ECS Fargate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06840" y="25603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2560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006840" y="3017520"/>
            <a:ext cx="21945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containerized Next.js 14 service to AWS ECS with Application Load Balancer and AWS Certificate Manager SSL/TLS.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 SIGN-OFF &amp; CERTIFICATION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Khata &amp; Fashions has successfully satisfied all functional, financial, security, and performance verification criteria specified under IEEE 829 standards.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3200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QA ENGINEER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QA Automation 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Verification &amp; Test Engineering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4251960"/>
            <a:ext cx="2743200" cy="41148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[VERIFIED &amp; CERTIFIED]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200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INFORMATION SECURITY OFFICER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SecOps Directorate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Penetration Assessment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4251960"/>
            <a:ext cx="2743200" cy="41148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[VERIFIED &amp; CERTIFIED]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863840" y="2743200"/>
            <a:ext cx="32004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2971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SPONSOR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2440" y="3337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Bhavith Kumar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244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Khata &amp; Fashions Administration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4251960"/>
            <a:ext cx="2743200" cy="411480"/>
          </a:xfrm>
          <a:prstGeom prst="rect">
            <a:avLst/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[VERIFIED &amp; CERTIFIED]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Khata &amp; Fashions ERP | Confirmed Production Ready |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8</Slides>
	<Notes>8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8</vt:i4></vt:variant>
		</vt:vector>
	</HeadingPairs>
	<TitlesOfParts>
		<vt:vector size="11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
		</vt:vector>
	</TitlesOfParts>
	<Company>KB Khata & Fashions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KB Khata Full-Stack Testing Presentation</dc:title>
  <dc:subject>Full-Stack Software Verification &amp; Security Audit</dc:subject>
  <dc:creator>KB Engineering QA &amp; Security Operations</dc:creator>
  <cp:lastModifiedBy>KB Engineering QA &amp; Security Operations</cp:lastModifiedBy>
  <cp:revision>1</cp:revision>
  <dcterms:created xsi:type="dcterms:W3CDTF">2026-10-12T18:09:35Z</dcterms:created>
  <dcterms:modified xsi:type="dcterms:W3CDTF">2026-10-12T18:09:35Z</dcterms:modified>
</cp:coreProperties>
</file>